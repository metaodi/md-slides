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9" r:id="rId1"/>
  </p:sldMasterIdLst>
  <p:notesMasterIdLst>
    <p:notesMasterId r:id="rId2"/>
  </p:notesMaster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8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6370" autoAdjust="0"/>
  </p:normalViewPr>
  <p:slideViewPr>
    <p:cSldViewPr snapToGrid="0">
      <p:cViewPr varScale="1">
        <p:scale>
          <a:sx n="189" d="100"/>
          <a:sy n="189" d="100"/>
        </p:scale>
        <p:origin x="852" y="3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AE11-D2B5-46B9-9FE3-B80DF9997ACE}" type="datetimeFigureOut">
              <a:rPr lang="de-CH" smtClean="0"/>
              <a:t>14.04.2026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C6E83-480E-42A5-9ADE-C265844AE8F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1456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2000" y="1440000"/>
            <a:ext cx="6120000" cy="1368000"/>
          </a:xfrm>
        </p:spPr>
        <p:txBody>
          <a:bodyPr anchor="t">
            <a:noAutofit/>
          </a:bodyPr>
          <a:lstStyle>
            <a:lvl1pPr algn="l">
              <a:lnSpc>
                <a:spcPts val="5000"/>
              </a:lnSpc>
              <a:defRPr sz="5000" b="0">
                <a:solidFill>
                  <a:srgbClr val="AF283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2000" y="2879999"/>
            <a:ext cx="6120000" cy="612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00" b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 dirty="0"/>
              <a:t>Master-Untertitelformat bearbeiten</a:t>
            </a:r>
            <a:endParaRPr lang="de-CH" dirty="0"/>
          </a:p>
        </p:txBody>
      </p:sp>
      <p:cxnSp>
        <p:nvCxnSpPr>
          <p:cNvPr id="7" name="Gerader Verbinder 6"/>
          <p:cNvCxnSpPr/>
          <p:nvPr/>
        </p:nvCxnSpPr>
        <p:spPr>
          <a:xfrm>
            <a:off x="612000" y="1260000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/>
          <p:cNvCxnSpPr/>
          <p:nvPr userDrawn="1"/>
        </p:nvCxnSpPr>
        <p:spPr>
          <a:xfrm>
            <a:off x="612000" y="1260000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216000"/>
            <a:ext cx="900000" cy="27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67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5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7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dirty="0"/>
              <a:t>|  Titel der Präsentation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EF3470-DE70-EBA8-DB2F-D04EBED112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775" y="1225550"/>
            <a:ext cx="6119813" cy="3419475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2"/>
            <a:r>
              <a:rPr lang="de-DE" dirty="0"/>
              <a:t>Zweite Ebene</a:t>
            </a:r>
          </a:p>
          <a:p>
            <a:pPr lvl="5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45607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und Zusatzinf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2000" y="792000"/>
            <a:ext cx="6120000" cy="432000"/>
          </a:xfrm>
        </p:spPr>
        <p:txBody>
          <a:bodyPr anchor="t">
            <a:noAutofit/>
          </a:bodyPr>
          <a:lstStyle>
            <a:lvl1pPr algn="l">
              <a:lnSpc>
                <a:spcPts val="3000"/>
              </a:lnSpc>
              <a:defRPr sz="3000" b="0">
                <a:solidFill>
                  <a:srgbClr val="AF283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2000" y="4320000"/>
            <a:ext cx="6120000" cy="432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2000"/>
              </a:lnSpc>
              <a:buNone/>
              <a:defRPr sz="1500" b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12000" y="1260000"/>
            <a:ext cx="7920000" cy="288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216000"/>
            <a:ext cx="900000" cy="27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08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, ohne Zusatzinf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2000" y="792000"/>
            <a:ext cx="7920000" cy="432000"/>
          </a:xfrm>
        </p:spPr>
        <p:txBody>
          <a:bodyPr anchor="t">
            <a:noAutofit/>
          </a:bodyPr>
          <a:lstStyle>
            <a:lvl1pPr algn="l">
              <a:lnSpc>
                <a:spcPts val="3000"/>
              </a:lnSpc>
              <a:defRPr sz="3000" b="0">
                <a:solidFill>
                  <a:srgbClr val="AF283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12000" y="1260000"/>
            <a:ext cx="7920000" cy="36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216000"/>
            <a:ext cx="900000" cy="27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3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5760000" cy="324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 userDrawn="1"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12775" y="1223999"/>
            <a:ext cx="5760000" cy="3420000"/>
          </a:xfrm>
        </p:spPr>
        <p:txBody>
          <a:bodyPr/>
          <a:lstStyle>
            <a:lvl1pPr marL="360000" indent="-360000" defTabSz="360000">
              <a:buFont typeface="+mj-lt"/>
              <a:buAutoNum type="arabicPeriod"/>
              <a:tabLst/>
              <a:defRPr/>
            </a:lvl1pPr>
            <a:lvl2pPr marL="360000" indent="0" defTabSz="360000">
              <a:spcAft>
                <a:spcPts val="600"/>
              </a:spcAft>
              <a:buFontTx/>
              <a:buNone/>
              <a:tabLst/>
              <a:defRPr baseline="0"/>
            </a:lvl2pPr>
            <a:lvl3pPr marL="360000" indent="0" defTabSz="360000">
              <a:spcAft>
                <a:spcPts val="600"/>
              </a:spcAft>
              <a:buFontTx/>
              <a:buNone/>
              <a:tabLst/>
              <a:defRPr/>
            </a:lvl3pPr>
            <a:lvl4pPr marL="360000" indent="0" defTabSz="360000">
              <a:lnSpc>
                <a:spcPts val="2000"/>
              </a:lnSpc>
              <a:spcAft>
                <a:spcPts val="600"/>
              </a:spcAft>
              <a:buFontTx/>
              <a:buNone/>
              <a:tabLst/>
              <a:defRPr/>
            </a:lvl4pPr>
            <a:lvl5pPr marL="360000" indent="0" defTabSz="360000">
              <a:spcAft>
                <a:spcPts val="600"/>
              </a:spcAft>
              <a:buFontTx/>
              <a:buNone/>
              <a:tabLst>
                <a:tab pos="0" algn="l"/>
              </a:tabLst>
              <a:defRPr/>
            </a:lvl5pPr>
            <a:lvl6pPr marL="360000" indent="0" defTabSz="36000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500"/>
            </a:lvl6pPr>
            <a:lvl7pPr marL="360000" indent="0" defTabSz="36000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500"/>
            </a:lvl7pPr>
            <a:lvl8pPr marL="360000" indent="0" defTabSz="36000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Tx/>
              <a:buNone/>
              <a:tabLst>
                <a:tab pos="0" algn="l"/>
              </a:tabLst>
              <a:defRPr sz="1500"/>
            </a:lvl8pPr>
            <a:lvl9pPr marL="360000" indent="0" defTabSz="36000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500"/>
            </a:lvl9pPr>
          </a:lstStyle>
          <a:p>
            <a:pPr lvl="0"/>
            <a:r>
              <a:rPr lang="de-DE" dirty="0"/>
              <a:t>Formatvorlagen des Textmasters bearbeiten 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2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67716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2000" y="1224000"/>
            <a:ext cx="6120000" cy="432000"/>
          </a:xfrm>
        </p:spPr>
        <p:txBody>
          <a:bodyPr anchor="t">
            <a:noAutofit/>
          </a:bodyPr>
          <a:lstStyle>
            <a:lvl1pPr algn="l">
              <a:lnSpc>
                <a:spcPts val="3000"/>
              </a:lnSpc>
              <a:defRPr sz="3000" b="0">
                <a:solidFill>
                  <a:srgbClr val="AF283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 userDrawn="1"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3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5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56115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eite 1-spaltig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12775" y="1223999"/>
            <a:ext cx="6120000" cy="3420000"/>
          </a:xfrm>
        </p:spPr>
        <p:txBody>
          <a:bodyPr/>
          <a:lstStyle>
            <a:lvl1pPr marL="180000" indent="-180000">
              <a:spcAft>
                <a:spcPts val="0"/>
              </a:spcAft>
              <a:buFontTx/>
              <a:buNone/>
              <a:defRPr/>
            </a:lvl1pPr>
            <a:lvl2pPr marL="180000" indent="-180000">
              <a:spcBef>
                <a:spcPts val="600"/>
              </a:spcBef>
              <a:spcAft>
                <a:spcPts val="0"/>
              </a:spcAft>
              <a:defRPr/>
            </a:lvl2pPr>
            <a:lvl3pPr>
              <a:defRPr/>
            </a:lvl3pPr>
            <a:lvl5pPr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4"/>
            <a:endParaRPr lang="de-CH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5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7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dirty="0"/>
              <a:t>|  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1866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7920000" cy="324000"/>
          </a:xfrm>
        </p:spPr>
        <p:txBody>
          <a:bodyPr wrap="square"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612775" y="1223999"/>
            <a:ext cx="3708000" cy="342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 b="0"/>
            </a:lvl1pPr>
            <a:lvl2pPr marL="144000" indent="-144000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2pPr>
            <a:lvl3pPr marL="288000" indent="-144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3pPr>
            <a:lvl4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4pPr>
            <a:lvl5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cxnSp>
        <p:nvCxnSpPr>
          <p:cNvPr id="16" name="Gerader Verbinder 15"/>
          <p:cNvCxnSpPr/>
          <p:nvPr userDrawn="1"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 userDrawn="1"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  <p:sp>
        <p:nvSpPr>
          <p:cNvPr id="11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824000" y="1223999"/>
            <a:ext cx="3708000" cy="342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 b="0"/>
            </a:lvl1pPr>
            <a:lvl2pPr marL="144000" marR="0" indent="-144000" algn="l" defTabSz="180000" rtl="0" eaLnBrk="1" fontAlgn="auto" latinLnBrk="0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marR="0" indent="-144000" algn="l" defTabSz="1800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8000" marR="0" indent="-144000" algn="l" defTabSz="1800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8000" marR="0" indent="-144000" algn="l" defTabSz="1800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02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ohne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0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12000" y="720000"/>
            <a:ext cx="7920000" cy="406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58791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3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0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12000" y="1080000"/>
            <a:ext cx="7920000" cy="370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7920000" cy="32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2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1473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3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/Bildfolie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/>
          <p:cNvSpPr>
            <a:spLocks noGrp="1"/>
          </p:cNvSpPr>
          <p:nvPr>
            <p:ph type="pic" sz="quarter" idx="15"/>
          </p:nvPr>
        </p:nvSpPr>
        <p:spPr>
          <a:xfrm>
            <a:off x="4824000" y="1224000"/>
            <a:ext cx="3708000" cy="342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7920000" cy="324000"/>
          </a:xfrm>
        </p:spPr>
        <p:txBody>
          <a:bodyPr wrap="square"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16" name="Gerader Verbinder 15"/>
          <p:cNvCxnSpPr/>
          <p:nvPr userDrawn="1"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 userDrawn="1"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2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  <p:sp>
        <p:nvSpPr>
          <p:cNvPr id="12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12775" y="1223999"/>
            <a:ext cx="3708000" cy="342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 b="0"/>
            </a:lvl1pPr>
            <a:lvl2pPr marL="144000" indent="-144000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2pPr>
            <a:lvl3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3pPr>
            <a:lvl4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4pPr>
            <a:lvl5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66060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/Bildfolie, Bildhöhe vari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/>
          <p:cNvSpPr>
            <a:spLocks noGrp="1"/>
          </p:cNvSpPr>
          <p:nvPr>
            <p:ph type="pic" sz="quarter" idx="15"/>
          </p:nvPr>
        </p:nvSpPr>
        <p:spPr>
          <a:xfrm>
            <a:off x="4824000" y="1224000"/>
            <a:ext cx="3708000" cy="171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7920000" cy="324000"/>
          </a:xfrm>
        </p:spPr>
        <p:txBody>
          <a:bodyPr wrap="square"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16" name="Gerader Verbinder 15"/>
          <p:cNvCxnSpPr/>
          <p:nvPr userDrawn="1"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 userDrawn="1"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2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  <p:sp>
        <p:nvSpPr>
          <p:cNvPr id="12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612775" y="1223999"/>
            <a:ext cx="3708000" cy="342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 b="0"/>
            </a:lvl1pPr>
            <a:lvl2pPr marL="144000" indent="-144000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2pPr>
            <a:lvl3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3pPr>
            <a:lvl4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4pPr>
            <a:lvl5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849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_mit_Personenporträ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CH"/>
              <a:t>|  Titel der Präsentation</a:t>
            </a:r>
            <a:endParaRPr lang="de-CH" dirty="0"/>
          </a:p>
        </p:txBody>
      </p:sp>
      <p:sp>
        <p:nvSpPr>
          <p:cNvPr id="6" name="Bildplatzhalter 4"/>
          <p:cNvSpPr>
            <a:spLocks noGrp="1" noChangeAspect="1"/>
          </p:cNvSpPr>
          <p:nvPr>
            <p:ph type="pic" sz="quarter" idx="15"/>
          </p:nvPr>
        </p:nvSpPr>
        <p:spPr>
          <a:xfrm>
            <a:off x="4824000" y="1224000"/>
            <a:ext cx="2520000" cy="144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12775" y="2830736"/>
            <a:ext cx="3708000" cy="1832704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 b="0"/>
            </a:lvl1pPr>
            <a:lvl2pPr marL="144000" indent="-144000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2pPr>
            <a:lvl3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3pPr>
            <a:lvl4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4pPr>
            <a:lvl5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6"/>
          </p:nvPr>
        </p:nvSpPr>
        <p:spPr>
          <a:xfrm>
            <a:off x="612000" y="1224000"/>
            <a:ext cx="2520000" cy="144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4810937" y="2817874"/>
            <a:ext cx="3708000" cy="1845566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 b="0"/>
            </a:lvl1pPr>
            <a:lvl2pPr marL="144000" indent="-144000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2pPr>
            <a:lvl3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3pPr>
            <a:lvl4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4pPr>
            <a:lvl5pPr marL="288000" indent="-144000">
              <a:lnSpc>
                <a:spcPts val="1800"/>
              </a:lnSpc>
              <a:spcAft>
                <a:spcPts val="0"/>
              </a:spcAft>
              <a:buFont typeface="Symbol" panose="05050102010706020507" pitchFamily="18" charset="2"/>
              <a:buChar char="-"/>
              <a:defRPr sz="1300"/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2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12775" y="1223999"/>
            <a:ext cx="7919224" cy="288000"/>
          </a:xfrm>
        </p:spPr>
        <p:txBody>
          <a:bodyPr/>
          <a:lstStyle>
            <a:lvl1pPr marL="0" indent="0">
              <a:lnSpc>
                <a:spcPts val="2000"/>
              </a:lnSpc>
              <a:spcAft>
                <a:spcPts val="0"/>
              </a:spcAft>
              <a:buFontTx/>
              <a:buNone/>
              <a:defRPr sz="1500" b="0"/>
            </a:lvl1pPr>
            <a:lvl2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2pPr>
            <a:lvl3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3pPr>
            <a:lvl4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4pPr>
            <a:lvl5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5pPr>
          </a:lstStyle>
          <a:p>
            <a:pPr lvl="0"/>
            <a:r>
              <a:rPr lang="de-DE" dirty="0"/>
              <a:t>Diagrammtitel durch Klicken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7920000" cy="32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5" name="Diagrammplatzhalter 4"/>
          <p:cNvSpPr>
            <a:spLocks noGrp="1"/>
          </p:cNvSpPr>
          <p:nvPr>
            <p:ph type="chart" sz="quarter" idx="13"/>
          </p:nvPr>
        </p:nvSpPr>
        <p:spPr>
          <a:xfrm>
            <a:off x="1548000" y="1657170"/>
            <a:ext cx="6516000" cy="2988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1pPr>
          </a:lstStyle>
          <a:p>
            <a:r>
              <a:rPr lang="de-DE"/>
              <a:t>Diagramm durch Klicken auf Symbol hinzufügen</a:t>
            </a:r>
            <a:endParaRPr lang="de-CH" dirty="0"/>
          </a:p>
        </p:txBody>
      </p:sp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2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9569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/Illustration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/>
          <p:cNvSpPr>
            <a:spLocks noGrp="1"/>
          </p:cNvSpPr>
          <p:nvPr>
            <p:ph type="pic" sz="quarter" idx="15"/>
          </p:nvPr>
        </p:nvSpPr>
        <p:spPr>
          <a:xfrm>
            <a:off x="611999" y="1224000"/>
            <a:ext cx="6120000" cy="3420000"/>
          </a:xfrm>
        </p:spPr>
        <p:txBody>
          <a:bodyPr/>
          <a:lstStyle>
            <a:lvl1pPr marL="0" indent="0">
              <a:lnSpc>
                <a:spcPts val="1800"/>
              </a:lnSpc>
              <a:spcAft>
                <a:spcPts val="0"/>
              </a:spcAft>
              <a:buFontTx/>
              <a:buNone/>
              <a:defRPr sz="13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000" y="216000"/>
            <a:ext cx="540000" cy="162171"/>
          </a:xfrm>
          <a:prstGeom prst="rect">
            <a:avLst/>
          </a:prstGeom>
        </p:spPr>
      </p:pic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7920000" cy="324000"/>
          </a:xfrm>
        </p:spPr>
        <p:txBody>
          <a:bodyPr wrap="square"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cxnSp>
        <p:nvCxnSpPr>
          <p:cNvPr id="16" name="Gerader Verbinder 15"/>
          <p:cNvCxnSpPr/>
          <p:nvPr userDrawn="1"/>
        </p:nvCxnSpPr>
        <p:spPr>
          <a:xfrm>
            <a:off x="612000" y="1078708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 userDrawn="1"/>
        </p:nvCxnSpPr>
        <p:spPr>
          <a:xfrm>
            <a:off x="612000" y="4788954"/>
            <a:ext cx="792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2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  <p:sp>
        <p:nvSpPr>
          <p:cNvPr id="12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6984000" y="1223999"/>
            <a:ext cx="1548000" cy="3420000"/>
          </a:xfrm>
        </p:spPr>
        <p:txBody>
          <a:bodyPr/>
          <a:lstStyle>
            <a:lvl1pPr marL="0" indent="0">
              <a:lnSpc>
                <a:spcPts val="1400"/>
              </a:lnSpc>
              <a:spcAft>
                <a:spcPts val="0"/>
              </a:spcAft>
              <a:buFontTx/>
              <a:buNone/>
              <a:defRPr sz="1100" b="0"/>
            </a:lvl1pPr>
            <a:lvl2pPr marL="0" indent="0">
              <a:lnSpc>
                <a:spcPts val="1400"/>
              </a:lnSpc>
              <a:spcAft>
                <a:spcPts val="0"/>
              </a:spcAft>
              <a:buFontTx/>
              <a:buNone/>
              <a:defRPr sz="1100"/>
            </a:lvl2pPr>
            <a:lvl3pPr marL="0" indent="0">
              <a:lnSpc>
                <a:spcPts val="1400"/>
              </a:lnSpc>
              <a:spcAft>
                <a:spcPts val="0"/>
              </a:spcAft>
              <a:buFontTx/>
              <a:buNone/>
              <a:defRPr sz="1100"/>
            </a:lvl3pPr>
            <a:lvl4pPr marL="0" indent="0">
              <a:lnSpc>
                <a:spcPts val="1400"/>
              </a:lnSpc>
              <a:spcAft>
                <a:spcPts val="0"/>
              </a:spcAft>
              <a:buFontTx/>
              <a:buNone/>
              <a:defRPr sz="1100"/>
            </a:lvl4pPr>
            <a:lvl5pPr marL="0" indent="0">
              <a:lnSpc>
                <a:spcPts val="1400"/>
              </a:lnSpc>
              <a:spcAft>
                <a:spcPts val="0"/>
              </a:spcAft>
              <a:buFontTx/>
              <a:buNone/>
              <a:defRPr sz="1100"/>
            </a:lvl5pPr>
            <a:lvl6pPr marL="0" indent="0">
              <a:lnSpc>
                <a:spcPts val="1800"/>
              </a:lnSpc>
              <a:buFontTx/>
              <a:buNone/>
              <a:defRPr sz="1300"/>
            </a:lvl6pPr>
            <a:lvl7pPr marL="0" indent="0">
              <a:lnSpc>
                <a:spcPts val="1800"/>
              </a:lnSpc>
              <a:buFontTx/>
              <a:buNone/>
              <a:defRPr sz="1300"/>
            </a:lvl7pPr>
            <a:lvl8pPr marL="0" indent="0">
              <a:lnSpc>
                <a:spcPts val="1800"/>
              </a:lnSpc>
              <a:buFontTx/>
              <a:buNone/>
              <a:defRPr sz="1300"/>
            </a:lvl8pPr>
            <a:lvl9pPr marL="0" indent="0">
              <a:lnSpc>
                <a:spcPts val="1800"/>
              </a:lnSpc>
              <a:buFontTx/>
              <a:buNone/>
              <a:defRPr sz="13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504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2000" y="720000"/>
            <a:ext cx="6120000" cy="3240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2000" y="4895999"/>
            <a:ext cx="468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F4C465-5752-4FCC-B624-48CC9DD12E01}" type="datetime1">
              <a:rPr lang="de-CH" smtClean="0"/>
              <a:pPr/>
              <a:t>14.04.2026</a:t>
            </a:fld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52000" y="4895999"/>
            <a:ext cx="108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EBP  |  </a:t>
            </a:r>
            <a:fld id="{54FEE654-469D-4C0D-A416-604782904967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9" name="Fußzeilenplatzhalter 28"/>
          <p:cNvSpPr>
            <a:spLocks noGrp="1"/>
          </p:cNvSpPr>
          <p:nvPr>
            <p:ph type="ftr" sz="quarter" idx="3"/>
          </p:nvPr>
        </p:nvSpPr>
        <p:spPr>
          <a:xfrm>
            <a:off x="1116000" y="4895999"/>
            <a:ext cx="3600000" cy="1440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>
              <a:lnSpc>
                <a:spcPct val="100000"/>
              </a:lnSpc>
              <a:defRPr lang="de-CH"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|  Titel der Präsentation</a:t>
            </a:r>
            <a:endParaRPr lang="de-CH" dirty="0"/>
          </a:p>
        </p:txBody>
      </p:sp>
      <p:sp>
        <p:nvSpPr>
          <p:cNvPr id="31" name="Textplatzhalter 30"/>
          <p:cNvSpPr>
            <a:spLocks noGrp="1"/>
          </p:cNvSpPr>
          <p:nvPr>
            <p:ph type="body" idx="1"/>
          </p:nvPr>
        </p:nvSpPr>
        <p:spPr>
          <a:xfrm>
            <a:off x="612000" y="1224000"/>
            <a:ext cx="6120000" cy="3384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94199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4" r:id="rId2"/>
    <p:sldLayoutId id="2147483681" r:id="rId3"/>
    <p:sldLayoutId id="2147483686" r:id="rId4"/>
    <p:sldLayoutId id="2147483687" r:id="rId5"/>
    <p:sldLayoutId id="2147483690" r:id="rId6"/>
    <p:sldLayoutId id="2147483695" r:id="rId7"/>
    <p:sldLayoutId id="2147483685" r:id="rId8"/>
    <p:sldLayoutId id="2147483683" r:id="rId9"/>
    <p:sldLayoutId id="2147483688" r:id="rId10"/>
    <p:sldLayoutId id="2147483689" r:id="rId11"/>
    <p:sldLayoutId id="2147483692" r:id="rId12"/>
    <p:sldLayoutId id="2147483694" r:id="rId13"/>
    <p:sldLayoutId id="2147483691" r:id="rId14"/>
    <p:sldLayoutId id="2147483693" r:id="rId15"/>
  </p:sldLayoutIdLst>
  <p:hf hdr="0"/>
  <p:txStyles>
    <p:titleStyle>
      <a:lvl1pPr algn="l" defTabSz="514350" rtl="0" eaLnBrk="1" latinLnBrk="0" hangingPunct="1">
        <a:lnSpc>
          <a:spcPts val="2400"/>
        </a:lnSpc>
        <a:spcBef>
          <a:spcPts val="0"/>
        </a:spcBef>
        <a:spcAft>
          <a:spcPts val="0"/>
        </a:spcAft>
        <a:buNone/>
        <a:defRPr sz="2400" b="0" kern="1200">
          <a:solidFill>
            <a:srgbClr val="AF283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80000" marR="0" indent="-180000" algn="l" defTabSz="180000" rtl="0" eaLnBrk="1" fontAlgn="auto" latinLnBrk="0" hangingPunct="1">
        <a:lnSpc>
          <a:spcPts val="2000"/>
        </a:lnSpc>
        <a:spcBef>
          <a:spcPts val="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lang="de-DE" sz="15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0000" marR="0" indent="-180000" algn="l" defTabSz="180000" rtl="0" eaLnBrk="1" fontAlgn="auto" latinLnBrk="0" hangingPunct="1">
        <a:lnSpc>
          <a:spcPts val="2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lang="de-DE" sz="15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0000" marR="0" indent="-180000" algn="l" defTabSz="180000" rtl="0" eaLnBrk="1" fontAlgn="auto" latinLnBrk="0" hangingPunct="1">
        <a:lnSpc>
          <a:spcPts val="2000"/>
        </a:lnSpc>
        <a:spcBef>
          <a:spcPts val="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lang="de-DE" sz="15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60000" marR="0" indent="-180000" algn="l" defTabSz="180000" rtl="0" eaLnBrk="1" fontAlgn="auto" latinLnBrk="0" hangingPunct="1">
        <a:lnSpc>
          <a:spcPts val="2000"/>
        </a:lnSpc>
        <a:spcBef>
          <a:spcPts val="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lang="de-DE" sz="15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360000" marR="0" indent="-180000" algn="l" defTabSz="180000" rtl="0" eaLnBrk="1" fontAlgn="auto" latinLnBrk="0" hangingPunct="1">
        <a:lnSpc>
          <a:spcPts val="2000"/>
        </a:lnSpc>
        <a:spcBef>
          <a:spcPts val="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lang="de-DE" sz="15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180000" rtl="0" eaLnBrk="1" latinLnBrk="0" hangingPunct="1">
        <a:lnSpc>
          <a:spcPts val="2000"/>
        </a:lnSpc>
        <a:spcBef>
          <a:spcPts val="0"/>
        </a:spcBef>
        <a:buClrTx/>
        <a:buSzPct val="10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180000" rtl="0" eaLnBrk="1" latinLnBrk="0" hangingPunct="1">
        <a:lnSpc>
          <a:spcPts val="2000"/>
        </a:lnSpc>
        <a:spcBef>
          <a:spcPts val="0"/>
        </a:spcBef>
        <a:buClrTx/>
        <a:buSzPct val="100000"/>
        <a:buFont typeface="Symbol" panose="05050102010706020507" pitchFamily="18" charset="2"/>
        <a:buChar char="-"/>
        <a:tabLst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80000" algn="l" defTabSz="180000" rtl="0" eaLnBrk="1" latinLnBrk="0" hangingPunct="1">
        <a:lnSpc>
          <a:spcPts val="2000"/>
        </a:lnSpc>
        <a:spcBef>
          <a:spcPts val="0"/>
        </a:spcBef>
        <a:buFont typeface="Symbol" panose="05050102010706020507" pitchFamily="18" charset="2"/>
        <a:buChar char="-"/>
        <a:tabLst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80000" algn="l" defTabSz="180000" rtl="0" eaLnBrk="1" latinLnBrk="0" hangingPunct="1">
        <a:lnSpc>
          <a:spcPts val="2000"/>
        </a:lnSpc>
        <a:spcBef>
          <a:spcPts val="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256" userDrawn="1">
          <p15:clr>
            <a:srgbClr val="F26B43"/>
          </p15:clr>
        </p15:guide>
        <p15:guide id="4" pos="1474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EBP">
  <a:themeElements>
    <a:clrScheme name="EBP Neu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597966"/>
      </a:accent1>
      <a:accent2>
        <a:srgbClr val="8CB48C"/>
      </a:accent2>
      <a:accent3>
        <a:srgbClr val="336985"/>
      </a:accent3>
      <a:accent4>
        <a:srgbClr val="7AA2C0"/>
      </a:accent4>
      <a:accent5>
        <a:srgbClr val="E69560"/>
      </a:accent5>
      <a:accent6>
        <a:srgbClr val="EBC37B"/>
      </a:accent6>
      <a:hlink>
        <a:srgbClr val="AF2832"/>
      </a:hlink>
      <a:folHlink>
        <a:srgbClr val="AF2832"/>
      </a:folHlink>
    </a:clrScheme>
    <a:fontScheme name="EBP Schrifte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500" dirty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3175">
          <a:solidFill>
            <a:schemeClr val="tx1"/>
          </a:solidFill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ts val="2000"/>
          </a:lnSpc>
          <a:defRPr sz="1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.potx" id="{E24A38D5-5C27-4B96-B56D-DA1AD9D42B01}" vid="{4ABC1180-BED2-4E01-9743-9B4DFCADA37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Bildschirmpräsentation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5" baseType="lpstr">
      <vt:lpstr>Arial</vt:lpstr>
      <vt:lpstr>Calibri</vt:lpstr>
      <vt:lpstr>Symbol</vt:lpstr>
      <vt:lpstr>Times New Roman</vt:lpstr>
      <vt:lpstr>EBP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2018-11-01T08:38:40Z</dcterms:created>
  <dcterms:modified xsi:type="dcterms:W3CDTF">2026-04-14T14:01:10Z</dcterms:modified>
</cp:coreProperties>
</file>