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0" sz="4400" b="1">
                <a:solidFill>
                  <a:srgbClr val="FFFFFF"/>
                </a:solidFill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2400">
                <a:solidFill>
                  <a:srgbClr val="BFD7FF"/>
                </a:solidFill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